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0835640" cy="960120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133856"/>
            <a:ext cx="104698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C3B5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Excel, SQL, Python &amp;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2971800"/>
            <a:ext cx="3703320" cy="73152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3337560"/>
            <a:ext cx="6720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F646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MUNIRAJ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46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• Sales • Inventory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71800" y="320040"/>
            <a:ext cx="6263640" cy="566928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76261" y="365760"/>
            <a:ext cx="505471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sales performance across stores, products and staff.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customer purchase behavior and identify high-value customers.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 product performance and inventory levels.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customer segmentation to support targeted business decisions.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an interactive Power BI dashboard for management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71800" y="320040"/>
            <a:ext cx="6263640" cy="566928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2185" y="365760"/>
            <a:ext cx="486287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 Tools &amp; Analytics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2423160" cy="324612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2423160" cy="502920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C3B5B"/>
                </a:solidFill>
              </a:defRPr>
            </a:pPr>
            <a:r>
              <a:t>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965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preparation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91640"/>
            <a:ext cx="2423160" cy="324612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691640"/>
            <a:ext cx="2423160" cy="502920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4231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C3B5B"/>
                </a:solidFill>
              </a:defRPr>
            </a:pPr>
            <a: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63240"/>
            <a:ext cx="1965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Storage, joins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business queries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91640"/>
            <a:ext cx="2423160" cy="324612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691640"/>
            <a:ext cx="2423160" cy="502920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C3B5B"/>
                </a:solidFill>
              </a:defRPr>
            </a:pPr>
            <a: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63240"/>
            <a:ext cx="1965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&amp; RFM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91640"/>
            <a:ext cx="2423160" cy="324612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1691640"/>
            <a:ext cx="2423160" cy="502920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1783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231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C3B5B"/>
                </a:solidFill>
              </a:defRPr>
            </a:pPr>
            <a:r>
              <a:t>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063240"/>
            <a:ext cx="1965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model,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&amp;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60"/>
            <a:ext cx="10744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46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tables: customers • orders 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order_items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products • brands • categories • stocks • stores • staffs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71800" y="320040"/>
            <a:ext cx="6263640" cy="566928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66643" y="365760"/>
            <a:ext cx="507395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– Key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14600" cy="141732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2514600" cy="384048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2295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C3B5B"/>
                </a:solidFill>
              </a:defRPr>
            </a:pPr>
            <a:r>
              <a:rPr dirty="0"/>
              <a:t>₹ 8.579M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08760"/>
            <a:ext cx="2514600" cy="141732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508760"/>
            <a:ext cx="2514600" cy="384048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1572768"/>
            <a:ext cx="2295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3911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C3B5B"/>
                </a:solidFill>
              </a:defRPr>
            </a:pPr>
            <a:r>
              <a:t>2K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08760"/>
            <a:ext cx="2514600" cy="141732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2514600" cy="384048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1572768"/>
            <a:ext cx="2295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3911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C3B5B"/>
                </a:solidFill>
              </a:defRPr>
            </a:pPr>
            <a:r>
              <a:t>1K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508760"/>
            <a:ext cx="2514600" cy="141732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69680" y="1508760"/>
            <a:ext cx="2514600" cy="384048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79407" y="1572768"/>
            <a:ext cx="2295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AVG. ORDER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03911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C3B5B"/>
                </a:solidFill>
              </a:defRPr>
            </a:pPr>
            <a:r>
              <a:t>₹ 5.31K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6492240" cy="2331720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429000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40480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46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• Store sales • Total revenue</a:t>
            </a:r>
          </a:p>
        </p:txBody>
      </p:sp>
      <p:sp>
        <p:nvSpPr>
          <p:cNvPr id="24" name="Rectangle 23"/>
          <p:cNvSpPr/>
          <p:nvPr/>
        </p:nvSpPr>
        <p:spPr>
          <a:xfrm rot="1051534">
            <a:off x="960120" y="5074920"/>
            <a:ext cx="910964" cy="41148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 rot="20548466">
            <a:off x="1828800" y="5349240"/>
            <a:ext cx="910964" cy="41148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 rot="608733">
            <a:off x="2697480" y="5074920"/>
            <a:ext cx="882478" cy="41148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 rot="19878306">
            <a:off x="3566160" y="5230368"/>
            <a:ext cx="990299" cy="41148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 rot="538358">
            <a:off x="4434840" y="4754880"/>
            <a:ext cx="879441" cy="41148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 rot="19193946">
            <a:off x="5303520" y="4892040"/>
            <a:ext cx="1135661" cy="41148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8972" y="5033772"/>
            <a:ext cx="82296" cy="82296"/>
          </a:xfrm>
          <a:prstGeom prst="ellipse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787652" y="5308092"/>
            <a:ext cx="82296" cy="82296"/>
          </a:xfrm>
          <a:prstGeom prst="ellipse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56332" y="5033772"/>
            <a:ext cx="82296" cy="82296"/>
          </a:xfrm>
          <a:prstGeom prst="ellipse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25012" y="5189220"/>
            <a:ext cx="82296" cy="82296"/>
          </a:xfrm>
          <a:prstGeom prst="ellipse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93692" y="4713732"/>
            <a:ext cx="82296" cy="82296"/>
          </a:xfrm>
          <a:prstGeom prst="ellipse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62372" y="4850892"/>
            <a:ext cx="82296" cy="82296"/>
          </a:xfrm>
          <a:prstGeom prst="ellipse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131052" y="4119372"/>
            <a:ext cx="82296" cy="82296"/>
          </a:xfrm>
          <a:prstGeom prst="ellipse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60920" y="3246120"/>
            <a:ext cx="4297680" cy="233172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35240" y="3474720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PAGES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6679" y="3977639"/>
            <a:ext cx="3566160" cy="283464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20" y="4014215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Overview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26679" y="4370831"/>
            <a:ext cx="3566160" cy="283464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18120" y="4407407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4764024"/>
            <a:ext cx="3566160" cy="283464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20" y="4800600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26679" y="5157216"/>
            <a:ext cx="3566160" cy="283464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18120" y="519379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71800" y="320040"/>
            <a:ext cx="6263640" cy="566928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05078" y="365760"/>
            <a:ext cx="339708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9728" cy="594360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1435608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3B5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417320"/>
            <a:ext cx="8778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and monthly trends help management monitor overall performance.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09728" cy="594360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2350008"/>
            <a:ext cx="1325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3B5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31720"/>
            <a:ext cx="8778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Top-selling products can be identified by sales value or quantity.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46120"/>
            <a:ext cx="109728" cy="594360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3264408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3B5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246120"/>
            <a:ext cx="8778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Segments include Champions, Loyal Customers, Potential Loyalists, At Risk and Lost Customers.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60520"/>
            <a:ext cx="109728" cy="594360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4178807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3B5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160520"/>
            <a:ext cx="8778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Low-stock products can be highlighted for timely replenishment.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074920"/>
            <a:ext cx="109728" cy="594360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5093207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3B5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5074920"/>
            <a:ext cx="8778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Revenue by staff and store helps compare performance and contribution.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71800" y="320040"/>
            <a:ext cx="6263640" cy="566928"/>
          </a:xfrm>
          <a:prstGeom prst="rect">
            <a:avLst/>
          </a:prstGeom>
          <a:solidFill>
            <a:srgbClr val="E0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9021" y="365760"/>
            <a:ext cx="17491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32323"/>
                </a:solidFill>
              </a:defRPr>
            </a:pPr>
            <a:r>
              <a:rPr dirty="0">
                <a:latin typeface="+mj-lt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delivers an end-to-end retail analytics workflow from data preparation to interactive reporting.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Power BI combines sales, product, customer, inventory and staff insights in one reporting environment.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dashboard supports data-driven decisions on sales performance, customer engagement and inventory management.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workflow demonstrates practical use of Excel, SQL, Python and Power BI for retail analytics.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5440680"/>
            <a:ext cx="5440680" cy="530352"/>
          </a:xfrm>
          <a:prstGeom prst="rect">
            <a:avLst/>
          </a:prstGeom>
          <a:solidFill>
            <a:srgbClr val="1C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74720" y="5559552"/>
            <a:ext cx="52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321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MUNIRAJ S</dc:creator>
  <cp:keywords/>
  <dc:description>generated using python-pptx</dc:description>
  <cp:lastModifiedBy>MUNIRAJ S</cp:lastModifiedBy>
  <cp:revision>2</cp:revision>
  <dcterms:created xsi:type="dcterms:W3CDTF">2013-01-27T09:14:16Z</dcterms:created>
  <dcterms:modified xsi:type="dcterms:W3CDTF">2026-09-11T13:44:33Z</dcterms:modified>
  <cp:category/>
</cp:coreProperties>
</file>